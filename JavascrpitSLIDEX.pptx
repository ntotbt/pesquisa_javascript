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E2E8F0"/>
                </a:solidFill>
              </a:defRPr>
            </a:pPr>
            <a:r>
              <a:t>História, evolução e conceitos fundamentais da linguagem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 que é JavaScript?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Linguagem de programação interpretada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Muito usada no desenvolvimento web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Executada diretamente nos navegadores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Permite páginas dinâmicas e interativas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Quem criou o JavaScript?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Criado por Brendan Eich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Desenvolvido em 1995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Feito em apenas 10 dias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Criado para o navegador Netscape Navigator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Origem do Nome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Primeiro nome: Mocha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Depois: LiveScript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Finalmente: JavaScript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Mudança feita por marketing aproveitando o sucesso do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JavaScript ≠ 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Apesar do nome parecido, são linguagens diferentes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Java é compilada e orientada a objetos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JavaScript é interpretada e dinâmica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Possuem propósitos diferentes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 Evolução do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Inicialmente usado apenas em páginas web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Hoje também funciona no servidor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Crescimento com Node.js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Base de frameworks modernos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ECMAScript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ECMAScript é o padrão oficial do JavaScript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ES6 trouxe grandes melhorias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Introduziu let, const, arrow functions e classes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Navegadores modernos usam versões recentes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Onde o JavaScript é usado?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Sites interativos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Aplicações web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Jogos de navegador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Back-end com Node.js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Aplicativos mobile e desktop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Como o JavaScript funciona?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O navegador possui um motor JavaScript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Lê e executa o código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Interage com HTML e CSS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Atualiza elementos da página em tempo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Integração com HTML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JavaScript pode ser inserido em páginas HTML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Usa a tag &lt;script&gt;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Pode ficar no próprio arquivo HTML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Ou em arquivos externos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Formas de Inserir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1. Script interno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2. Arquivo externo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3. Eventos HTML como onclick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Exemplo de Script Interno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&lt;script&gt;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 alert('Olá Mundo');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&lt;/script&gt;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Exemplo de Arquivo Externo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&lt;script src='script.js'&gt;&lt;/script&gt;</a:t>
            </a:r>
          </a:p>
          <a:p>
            <a:pPr>
              <a:defRPr sz="2200">
                <a:solidFill>
                  <a:srgbClr val="E2E8F0"/>
                </a:solidFill>
              </a:defRPr>
            </a:pP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Melhor organização do código e reutilização.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Variáveis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Armazenam informações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var → antiga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let → moderna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const → valor constante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Tipos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String → textos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Number → números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Boolean → verdadeiro/falso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Null e Undefined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Object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Operadores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Aritméticos: + - * /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Comparação: == === !=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Lógicos: &amp;&amp; || 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Estruturas Condicionais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if / else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else if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switch case</a:t>
            </a:r>
          </a:p>
          <a:p>
            <a:pPr>
              <a:defRPr sz="2200">
                <a:solidFill>
                  <a:srgbClr val="E2E8F0"/>
                </a:solidFill>
              </a:defRPr>
            </a:pP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Usadas para tomada de decisões.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Laços de Repetição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for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while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do while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for in</a:t>
            </a:r>
          </a:p>
          <a:p>
            <a:pPr>
              <a:defRPr sz="2200">
                <a:solidFill>
                  <a:srgbClr val="E2E8F0"/>
                </a:solidFill>
              </a:defRPr>
            </a:pP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Usados para repetir comandos.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Funções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Blocos reutilizáveis de código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Evitam repetição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Podem receber parâmetros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Facilitam a organização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DOM = Document Object Model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Permite alterar HTML pelo JavaScript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Manipula textos, imagens e estilos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Base da interatividade nas páginas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Bibliotecas e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React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Vue.js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Angular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Node.js</a:t>
            </a:r>
          </a:p>
          <a:p>
            <a:pPr>
              <a:defRPr sz="2200">
                <a:solidFill>
                  <a:srgbClr val="E2E8F0"/>
                </a:solidFill>
              </a:defRPr>
            </a:pP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Facilitam o desenvolvimento moderno.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28600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JavaScript revolucionou a web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É uma das linguagens mais usadas do mundo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Fundamental para Front-end moderno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• Continua evoluindo constantemente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